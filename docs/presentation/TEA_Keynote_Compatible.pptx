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Log4Shell Chaos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Trusted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we have Log4j?</a:t>
            </a:r>
          </a:p>
          <a:p>
            <a:r>
              <a:t>Are we vulnerable?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clear answers</a:t>
            </a:r>
          </a:p>
          <a:p>
            <a:r>
              <a:t>Manual work</a:t>
            </a:r>
          </a:p>
          <a:p>
            <a:r>
              <a:t>High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Missing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SBOM</a:t>
            </a:r>
          </a:p>
          <a:p>
            <a:r>
              <a:t>VEX</a:t>
            </a:r>
          </a:p>
          <a:p>
            <a:r>
              <a:t>Trust</a:t>
            </a:r>
          </a:p>
          <a:p>
            <a:r>
              <a:t>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Transparency is not enough</a:t>
            </a:r>
          </a:p>
          <a:p>
            <a:r>
              <a:t>We need trust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SBOM → what is present</a:t>
            </a:r>
          </a:p>
          <a:p>
            <a:r>
              <a:t>VEX → what matters</a:t>
            </a:r>
          </a:p>
          <a:p>
            <a:r>
              <a:t>TEA → automation</a:t>
            </a:r>
          </a:p>
          <a:p>
            <a:r>
              <a:t>Trust → proof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Patch everything</a:t>
            </a:r>
          </a:p>
          <a:p>
            <a:r>
              <a:t>No prioritization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Exact impact</a:t>
            </a:r>
          </a:p>
          <a:p>
            <a:r>
              <a:t>Automated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Vendors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 engines</a:t>
            </a:r>
          </a:p>
          <a:p>
            <a:r>
              <a:t>Trust-aware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Trusted data</a:t>
            </a:r>
          </a:p>
          <a:p>
            <a:r>
              <a:t>Audit-ready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Don’t just ingest data</a:t>
            </a:r>
          </a:p>
          <a:p>
            <a:r>
              <a:t>Prove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