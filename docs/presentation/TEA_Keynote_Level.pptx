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Let audience recall the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question drove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pain.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pivot.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 contrast.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Short, punchy.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Memorable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From Log4Shell Chaos</a:t>
            </a:r>
          </a:p>
          <a:p>
            <a:r>
              <a:t>To Trusted Decisions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 + VEX + Trust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December 2021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single vulnerability changed everything</a:t>
            </a:r>
          </a:p>
          <a:p>
            <a:pPr/>
            <a:r>
              <a:t>Log4Shell spread globally in hours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Do we have Log4j?</a:t>
            </a:r>
          </a:p>
          <a:p>
            <a:pPr/>
            <a:r>
              <a:t>Are we actually vulnerable?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clear answer</a:t>
            </a:r>
          </a:p>
          <a:p>
            <a:pPr/>
            <a:r>
              <a:t>Weeks of manual effort</a:t>
            </a:r>
          </a:p>
          <a:p>
            <a:pPr/>
            <a:r>
              <a:t>Massive overreaction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Failed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reliable SBOMs</a:t>
            </a:r>
          </a:p>
          <a:p>
            <a:pPr/>
            <a:r>
              <a:t>No exploitability context (VEX)</a:t>
            </a:r>
          </a:p>
          <a:p>
            <a:pPr/>
            <a:r>
              <a:t>No trust in data</a:t>
            </a:r>
          </a:p>
          <a:p>
            <a:pPr/>
            <a:r>
              <a:t>No automation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Missing Piece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Not just data</a:t>
            </a:r>
          </a:p>
          <a:p>
            <a:pPr/>
            <a:r>
              <a:t>Not just APIs</a:t>
            </a:r>
          </a:p>
          <a:p>
            <a:pPr/>
            <a:r>
              <a:t>We were missing trust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SBOM → What is present</a:t>
            </a:r>
          </a:p>
          <a:p>
            <a:pPr/>
            <a:r>
              <a:t>VEX → What matters</a:t>
            </a:r>
          </a:p>
          <a:p>
            <a:pPr/>
            <a:r>
              <a:t>TEA → Automated delivery</a:t>
            </a:r>
          </a:p>
          <a:p>
            <a:pPr/>
            <a:r>
              <a:t>Trust → Proof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From guessing → knowing</a:t>
            </a:r>
          </a:p>
          <a:p>
            <a:pPr/>
            <a:r>
              <a:t>From manual → automated</a:t>
            </a:r>
          </a:p>
          <a:p>
            <a:pPr/>
            <a:r>
              <a:t>From data → verified truth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Patch everything</a:t>
            </a:r>
          </a:p>
          <a:p>
            <a:pPr/>
            <a:r>
              <a:t>No prioritization</a:t>
            </a:r>
          </a:p>
          <a:p>
            <a:pPr/>
            <a:r>
              <a:t>High cost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Exact affected releases</a:t>
            </a:r>
          </a:p>
          <a:p>
            <a:pPr/>
            <a:r>
              <a:t>Only exploitable issues</a:t>
            </a:r>
          </a:p>
          <a:p>
            <a:pPr/>
            <a:r>
              <a:t>Automated workflows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Tool Vendors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From scanners → verification engines</a:t>
            </a:r>
          </a:p>
          <a:p>
            <a:pPr/>
            <a:r>
              <a:t>Trust-aware analytics</a:t>
            </a:r>
          </a:p>
          <a:p>
            <a:pPr/>
            <a:r>
              <a:t>Policy-driven ingestion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Trusted inputs</a:t>
            </a:r>
          </a:p>
          <a:p>
            <a:pPr/>
            <a:r>
              <a:t>Reduced noise</a:t>
            </a:r>
          </a:p>
          <a:p>
            <a:pPr/>
            <a:r>
              <a:t>Audit-ready decisions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Big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Transparency → Trust</a:t>
            </a:r>
          </a:p>
          <a:p>
            <a:pPr/>
            <a:r>
              <a:t>Data → Evidence</a:t>
            </a:r>
          </a:p>
          <a:p>
            <a:pPr/>
            <a:r>
              <a:t>Detection → Decision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Don’t just ingest data</a:t>
            </a:r>
          </a:p>
          <a:p>
            <a:pPr/>
            <a:r>
              <a:t>Prove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