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contrast: publishing vs trusting.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real-world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Regulation forces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 solves distribution, not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need for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full flow from domain to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separation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layered trust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step-by-step.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Transparency is not 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Artifacts exist</a:t>
            </a:r>
          </a:p>
          <a:p>
            <a:r>
              <a:t>Trust is unclear</a:t>
            </a:r>
          </a:p>
          <a:p>
            <a:r>
              <a:t>No long-term guarantees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CRA requires long-term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TEA Provides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for SBOMs and attestations</a:t>
            </a:r>
          </a:p>
          <a:p>
            <a:r>
              <a:t>Structured transparency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Missing Piece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model</a:t>
            </a:r>
          </a:p>
          <a:p>
            <a:r>
              <a:t>Validation rules</a:t>
            </a:r>
          </a:p>
          <a:p>
            <a:r>
              <a:t>Long-term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+ Trust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Manufacturer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Trust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WebPKI</a:t>
            </a:r>
          </a:p>
          <a:p>
            <a:r>
              <a:t>TEA-native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TEA-native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Ephemeral keys</a:t>
            </a:r>
          </a:p>
          <a:p>
            <a:r>
              <a:t>DNS anchors</a:t>
            </a:r>
          </a:p>
          <a:p>
            <a:r>
              <a:t>Timestamp + transparency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Short-lived keys → Long-term trust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Transparency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4688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DNS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5661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663439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Certificate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Verify discovery</a:t>
            </a:r>
          </a:p>
          <a:p>
            <a:r>
              <a:t>Fetch collection</a:t>
            </a:r>
          </a:p>
          <a:p>
            <a:r>
              <a:t>Validate trust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Keys exist briefly</a:t>
            </a:r>
          </a:p>
          <a:p>
            <a:r>
              <a:t>No long-term secrets</a:t>
            </a:r>
          </a:p>
          <a:p>
            <a:r>
              <a:t>Continuous rotation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survives vendor disappearance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 distributes</a:t>
            </a:r>
          </a:p>
          <a:p>
            <a:r>
              <a:t>Trust architecture verifies</a:t>
            </a:r>
          </a:p>
          <a:p>
            <a:r>
              <a:t>End-to-end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