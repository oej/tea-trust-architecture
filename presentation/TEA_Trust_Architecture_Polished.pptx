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TEA Trust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trust for transparency artifacts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Transparency ≠ Trust</a:t>
            </a:r>
          </a:p>
          <a:p>
            <a:r>
              <a:t>Who signed it?</a:t>
            </a:r>
          </a:p>
          <a:p>
            <a:r>
              <a:t>Can I trust it in 10 years?</a:t>
            </a:r>
          </a:p>
          <a:p>
            <a:r>
              <a:t>What if the vendor disappears?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CRA Changes Everything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Long-term availability</a:t>
            </a:r>
          </a:p>
          <a:p>
            <a:r>
              <a:t>Verifiable integrity</a:t>
            </a:r>
          </a:p>
          <a:p>
            <a:r>
              <a:t>Lifecycle responsibility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TEA Provides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 API for SBOMs, attestations, metadata</a:t>
            </a:r>
          </a:p>
          <a:p>
            <a:r>
              <a:t>Structured, machine-readable access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Missing Piece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Trust model</a:t>
            </a:r>
          </a:p>
          <a:p>
            <a:r>
              <a:t>Trust anchors</a:t>
            </a:r>
          </a:p>
          <a:p>
            <a:r>
              <a:t>Validation rules</a:t>
            </a:r>
          </a:p>
          <a:p>
            <a:r>
              <a:t>Long-term verification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 + Trust Architecture = Verifiable Transparency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Manufacturer domain</a:t>
            </a:r>
          </a:p>
          <a:p>
            <a:r>
              <a:t>Discovery (.well-known)</a:t>
            </a:r>
          </a:p>
          <a:p>
            <a:r>
              <a:t>TEA API</a:t>
            </a:r>
          </a:p>
          <a:p>
            <a:r>
              <a:t>Trusted collection</a:t>
            </a:r>
          </a:p>
          <a:p>
            <a:r>
              <a:t>Validation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Explicit over implicit</a:t>
            </a:r>
          </a:p>
          <a:p>
            <a:r>
              <a:t>No guessing</a:t>
            </a:r>
          </a:p>
          <a:p>
            <a:r>
              <a:t>Short-lived secrets</a:t>
            </a:r>
          </a:p>
          <a:p>
            <a:r>
              <a:t>Long-term verifiability</a:t>
            </a:r>
          </a:p>
          <a:p>
            <a:r>
              <a:t>Decentralized trust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Bootstrap trust</a:t>
            </a:r>
          </a:p>
          <a:p>
            <a:r>
              <a:t>Signed and timestamped</a:t>
            </a:r>
          </a:p>
          <a:p>
            <a:r>
              <a:t>Declares trust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Trust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WebPKI</a:t>
            </a:r>
          </a:p>
          <a:p>
            <a:r>
              <a:t>TEA-native</a:t>
            </a:r>
          </a:p>
          <a:p>
            <a:r>
              <a:t>No fallback, no guessing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WebPKI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 CA validation</a:t>
            </a:r>
          </a:p>
          <a:p>
            <a:r>
              <a:t>Simple and familiar</a:t>
            </a:r>
          </a:p>
          <a:p>
            <a:r>
              <a:t>Optional CAA strengthening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TEA-native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Self-signed certificates</a:t>
            </a:r>
          </a:p>
          <a:p>
            <a:r>
              <a:t>Short-lived keys</a:t>
            </a:r>
          </a:p>
          <a:p>
            <a:r>
              <a:t>DNS trust anchor publication</a:t>
            </a:r>
          </a:p>
          <a:p>
            <a:r>
              <a:t>Timestamp + transparency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Short-lived keys → Long-term trust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Trust Anchors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Certificate (identity)</a:t>
            </a:r>
          </a:p>
          <a:p>
            <a:r>
              <a:t>Timestamp (time)</a:t>
            </a:r>
          </a:p>
          <a:p>
            <a:r>
              <a:t>DNS (distribution)</a:t>
            </a:r>
          </a:p>
          <a:p>
            <a:r>
              <a:t>Transparency log (audit)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DNS Anchoring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&lt;fingerprint&gt;.teatrust.example</a:t>
            </a:r>
          </a:p>
          <a:p>
            <a:r>
              <a:t>Globally resolvable</a:t>
            </a:r>
          </a:p>
          <a:p>
            <a:r>
              <a:t>Resilient to change</a:t>
            </a:r>
          </a:p>
          <a:p>
            <a:r>
              <a:t>DNSSEC optional but recommended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Identity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 key = identity</a:t>
            </a:r>
          </a:p>
          <a:p>
            <a:r>
              <a:t>Certificate = wrapper</a:t>
            </a:r>
          </a:p>
          <a:p>
            <a:r>
              <a:t>SAN binds identity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Discovery</a:t>
            </a:r>
          </a:p>
          <a:p>
            <a:r>
              <a:t>Verify signature + timestamp</a:t>
            </a:r>
          </a:p>
          <a:p>
            <a:r>
              <a:t>Fetch collection</a:t>
            </a:r>
          </a:p>
          <a:p>
            <a:r>
              <a:t>Validate trust model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TEA-native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certificate profile</a:t>
            </a:r>
          </a:p>
          <a:p>
            <a:r>
              <a:t>Verify SAN binding</a:t>
            </a:r>
          </a:p>
          <a:p>
            <a:r>
              <a:t>Match DNS anchor</a:t>
            </a:r>
          </a:p>
          <a:p>
            <a:r>
              <a:t>Validate timestamp</a:t>
            </a:r>
          </a:p>
          <a:p>
            <a:r>
              <a:t>Verify signature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Ephemeral keys</a:t>
            </a:r>
          </a:p>
          <a:p>
            <a:r>
              <a:t>No long-term secrets</a:t>
            </a:r>
          </a:p>
          <a:p>
            <a:r>
              <a:t>Rotation via new release + DNS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Long-Term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Timestamp validation</a:t>
            </a:r>
          </a:p>
          <a:p>
            <a:r>
              <a:t>Transparency logs</a:t>
            </a:r>
          </a:p>
          <a:p>
            <a:r>
              <a:t>DNS continuity</a:t>
            </a:r>
          </a:p>
          <a:p>
            <a:r>
              <a:t>Optional persistence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Trust that survives infrastructure, vendors, and time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 publishes artifacts</a:t>
            </a:r>
          </a:p>
          <a:p>
            <a:r>
              <a:t>Discovery finds them</a:t>
            </a:r>
          </a:p>
          <a:p>
            <a:r>
              <a:t>Trust model defines validation</a:t>
            </a:r>
          </a:p>
          <a:p>
            <a:r>
              <a:t>Result: End-to-end verifiable transparency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