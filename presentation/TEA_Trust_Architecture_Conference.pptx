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 Trust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Conference Edition – End-to-End Trust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Transparency is not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Artifacts are published</a:t>
            </a:r>
          </a:p>
          <a:p>
            <a:r>
              <a:t>But trust is unclear</a:t>
            </a:r>
          </a:p>
          <a:p>
            <a:r>
              <a:t>No long-term guarantees</a:t>
            </a:r>
          </a:p>
          <a:p>
            <a:r>
              <a:t>No persistence of trust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CRA requires trust over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TEA Provides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API for SBOMs and attestations</a:t>
            </a:r>
          </a:p>
          <a:p>
            <a:r>
              <a:t>Structured transparency</a:t>
            </a:r>
          </a:p>
          <a:p>
            <a:r>
              <a:t>Machine-readable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Missing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 model</a:t>
            </a:r>
          </a:p>
          <a:p>
            <a:r>
              <a:t>Trust anchors</a:t>
            </a:r>
          </a:p>
          <a:p>
            <a:r>
              <a:t>Validation rules</a:t>
            </a:r>
          </a:p>
          <a:p>
            <a:r>
              <a:t>Long-term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 + Trust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Manufacturer Domain</a:t>
            </a:r>
          </a:p>
          <a:p>
            <a:r>
              <a:t>↓</a:t>
            </a:r>
          </a:p>
          <a:p>
            <a:r>
              <a:t>Discovery (.well-known)</a:t>
            </a:r>
          </a:p>
          <a:p>
            <a:r>
              <a:t>↓</a:t>
            </a:r>
          </a:p>
          <a:p>
            <a:r>
              <a:t>TEA API</a:t>
            </a:r>
          </a:p>
          <a:p>
            <a:r>
              <a:t>↓</a:t>
            </a:r>
          </a:p>
          <a:p>
            <a:r>
              <a:t>Signed Collection</a:t>
            </a:r>
          </a:p>
          <a:p>
            <a:r>
              <a:t>↓</a:t>
            </a:r>
          </a:p>
          <a:p>
            <a:r>
              <a:t>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Trust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WebPKI</a:t>
            </a:r>
          </a:p>
          <a:p>
            <a:r>
              <a:t>TEA-native</a:t>
            </a:r>
          </a:p>
          <a:p>
            <a:r>
              <a:t>Explicit, no guessing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TEA-native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Ephemeral keys</a:t>
            </a:r>
          </a:p>
          <a:p>
            <a:r>
              <a:t>Self-signed certificates</a:t>
            </a:r>
          </a:p>
          <a:p>
            <a:r>
              <a:t>DNS trust anchors</a:t>
            </a:r>
          </a:p>
          <a:p>
            <a:r>
              <a:t>Timestamp + transparency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Short-lived keys → Long-term trust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Certificate (identity)</a:t>
            </a:r>
          </a:p>
          <a:p>
            <a:r>
              <a:t>Timestamp (time)</a:t>
            </a:r>
          </a:p>
          <a:p>
            <a:r>
              <a:t>DNS (distribution)</a:t>
            </a:r>
          </a:p>
          <a:p>
            <a:r>
              <a:t>Transparency log (audit)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&lt;fingerprint&gt;.teatrust.vendor.com</a:t>
            </a:r>
          </a:p>
          <a:p>
            <a:r>
              <a:t>Global</a:t>
            </a:r>
          </a:p>
          <a:p>
            <a:r>
              <a:t>Stable</a:t>
            </a:r>
          </a:p>
          <a:p>
            <a:r>
              <a:t>Resilient to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</a:t>
            </a:r>
          </a:p>
          <a:p>
            <a:r>
              <a:t>Verify signature + timestamp</a:t>
            </a:r>
          </a:p>
          <a:p>
            <a:r>
              <a:t>Fetch collection</a:t>
            </a:r>
          </a:p>
          <a:p>
            <a:r>
              <a:t>Apply trust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TEA-native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certificate profile</a:t>
            </a:r>
          </a:p>
          <a:p>
            <a:r>
              <a:t>Check SAN fingerprint binding</a:t>
            </a:r>
          </a:p>
          <a:p>
            <a:r>
              <a:t>Match DNS anchor</a:t>
            </a:r>
          </a:p>
          <a:p>
            <a:r>
              <a:t>Validate timestamp</a:t>
            </a:r>
          </a:p>
          <a:p>
            <a:r>
              <a:t>Verify signature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long-term secrets required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Keys exist only during signing</a:t>
            </a:r>
          </a:p>
          <a:p>
            <a:r>
              <a:t>Certificates expire quickly</a:t>
            </a:r>
          </a:p>
          <a:p>
            <a:r>
              <a:t>No revocation dependency</a:t>
            </a:r>
          </a:p>
          <a:p>
            <a:r>
              <a:t>Rotation via new release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Timestamp validation</a:t>
            </a:r>
          </a:p>
          <a:p>
            <a:r>
              <a:t>Transparency logs</a:t>
            </a:r>
          </a:p>
          <a:p>
            <a:r>
              <a:t>DNS continuity</a:t>
            </a:r>
          </a:p>
          <a:p>
            <a:r>
              <a:t>Persistence optional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survives vendor disappearance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 distributes artifacts</a:t>
            </a:r>
          </a:p>
          <a:p>
            <a:r>
              <a:t>Trust architecture validates them</a:t>
            </a:r>
          </a:p>
          <a:p>
            <a:r>
              <a:t>End-to-end verifiable transparency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