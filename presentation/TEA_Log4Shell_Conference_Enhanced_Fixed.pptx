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 Trust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From Log4Shell chaos to automated, trusted decisions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A real-world failure in visibility and trust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How TEA + VEX + Trust fixes 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Log4Shell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Do we have Log4j?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Are we actually vulnerable?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Weeks of uncertainty and manual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Was Missing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SBOM availability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VEX context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Trust in data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Automation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Missing Layer: Trust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Data existed, but was not verifiable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No strong binding to releases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No durable validation years later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 + VEX + Trust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607040" cy="347472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2860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 + VEX + Trust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SBOM: What Is Present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Components per release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Machine-readable inventory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Release-level visibility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VEX: What Matters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Is the vulnerability exploitable?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Mitigated, not affected, or affected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Reduces noise and overreaction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TEA: Automation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API-driven access to artifacts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Continuous ingestion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Standardized retrieval for customers and tools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 Trust: Verification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Signed collections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Timestamps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Transparency logs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Publisher and release binding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Before: Log4Shell Reality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Patch everything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No clarity on reachability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High cost and low confidence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After: With TEA + VEX + Trust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Exact affected releases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Only actionable vulnerabilities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Automated, trusted decisions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Tool Vendors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Verification engine, not just ingestion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Policy-driven trust-aware workflows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Higher-confidence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Customers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Trusted inputs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Reduced false positives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</a:rPr>
              <a:t>Audit-ready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Message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10607040" cy="347472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2860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7D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Don’t just ingest data — prove 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6696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TEA · Conference deck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 Log4Shell Conference Enhanced</dc:title>
  <dc:subject>TEA Log4Shell Conference Enhanced</dc:subject>
  <dc:creator>OpenAI</dc:creator>
  <cp:lastModifiedBy>OpenAI</cp:lastModifiedBy>
  <cp:revision>1</cp:revision>
  <dcterms:created xsi:type="dcterms:W3CDTF">2026-04-06T16:39:48Z</dcterms:created>
  <dcterms:modified xsi:type="dcterms:W3CDTF">2026-04-06T16:39:48Z</dcterms:modified>
</cp:coreProperties>
</file>