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 Trust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Log4Shell chaos to automated, trusted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(Log4Shell)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we have Log4j?</a:t>
            </a:r>
          </a:p>
          <a:p>
            <a:r>
              <a:t>Are we vulnerable?</a:t>
            </a:r>
          </a:p>
          <a:p>
            <a:r>
              <a:t>Weeks of uncertainty</a:t>
            </a:r>
          </a:p>
          <a:p>
            <a:r>
              <a:t>Manual investigation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Missing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SBOM availability</a:t>
            </a:r>
          </a:p>
          <a:p>
            <a:r>
              <a:t>VEX context</a:t>
            </a:r>
          </a:p>
          <a:p>
            <a:r>
              <a:t>Trust in data</a:t>
            </a:r>
          </a:p>
          <a:p>
            <a:r>
              <a:t>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 + VEX +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 → automated delivery</a:t>
            </a:r>
          </a:p>
          <a:p>
            <a:r>
              <a:t>VEX → exploitability context</a:t>
            </a:r>
          </a:p>
          <a:p>
            <a:r>
              <a:t>Trust →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present in software</a:t>
            </a:r>
          </a:p>
          <a:p>
            <a:r>
              <a:t>Release-level visibility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Does the vulnerability matter?</a:t>
            </a:r>
          </a:p>
          <a:p>
            <a:r>
              <a:t>Reachability and mitigation context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API access to artifacts</a:t>
            </a:r>
          </a:p>
          <a:p>
            <a:r>
              <a:t>Continuous ingestion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Cryptographic verification</a:t>
            </a:r>
          </a:p>
          <a:p>
            <a:r>
              <a:t>Timestamps</a:t>
            </a:r>
          </a:p>
          <a:p>
            <a:r>
              <a:t>Transparency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Patch everything</a:t>
            </a:r>
          </a:p>
          <a:p>
            <a:r>
              <a:t>No clarity</a:t>
            </a:r>
          </a:p>
          <a:p>
            <a:r>
              <a:t>High cost</a:t>
            </a:r>
          </a:p>
          <a:p>
            <a:r>
              <a:t>Low confidence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Precise impact analysis</a:t>
            </a:r>
          </a:p>
          <a:p>
            <a:r>
              <a:t>Automated workflows</a:t>
            </a:r>
          </a:p>
          <a:p>
            <a:r>
              <a:t>Trusted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Tool Vendors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 engine</a:t>
            </a:r>
          </a:p>
          <a:p>
            <a:r>
              <a:t>Policy-driven ingestion</a:t>
            </a:r>
          </a:p>
          <a:p>
            <a:r>
              <a:t>Trust-aware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Trusted inputs</a:t>
            </a:r>
          </a:p>
          <a:p>
            <a:r>
              <a:t>Reduced false positives</a:t>
            </a:r>
          </a:p>
          <a:p>
            <a:r>
              <a:t>Audit-ready 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Don’t just ingest data</a:t>
            </a:r>
          </a:p>
          <a:p>
            <a:r>
              <a:t>Prove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