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Log4Shell. Everyone remembers the panic. Set the tone: this is about solving that problem permanently.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how simple the question was—and how hard it was to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tools existed—but the system didn’t work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pivot: not just data, but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solution stack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SBOM answers presence, not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VEX reduces noise dramatically.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Remove manual processes.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long-term validation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audience of chaos.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Positioning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Customer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Log4Shell Chaos to Trusted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real-world failure in visibility and trust</a:t>
            </a:r>
          </a:p>
          <a:p>
            <a:pPr/>
            <a:r>
              <a:t>How TEA + VEX + Trust fixes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Log4Shell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Do we have Log4j?</a:t>
            </a:r>
          </a:p>
          <a:p>
            <a:pPr/>
            <a:r>
              <a:t>Are we actually vulnerable?</a:t>
            </a:r>
          </a:p>
          <a:p>
            <a:pPr/>
            <a:r>
              <a:t>Weeks of uncertainty and manual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Was Missing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SBOM availability</a:t>
            </a:r>
          </a:p>
          <a:p>
            <a:pPr/>
            <a:r>
              <a:t>VEX context</a:t>
            </a:r>
          </a:p>
          <a:p>
            <a:pPr/>
            <a:r>
              <a:t>Trust in data</a:t>
            </a:r>
          </a:p>
          <a:p>
            <a:pPr/>
            <a:r>
              <a:t>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Missing Layer: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 existed—but wasn’t verifiable</a:t>
            </a:r>
          </a:p>
          <a:p>
            <a:pPr/>
            <a:r>
              <a:t>No binding to releases</a:t>
            </a:r>
          </a:p>
          <a:p>
            <a:pPr/>
            <a:r>
              <a:t>No long-term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 + VEX +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TEA → automated delivery</a:t>
            </a:r>
          </a:p>
          <a:p>
            <a:pPr/>
            <a:r>
              <a:t>VEX → exploitability context</a:t>
            </a:r>
          </a:p>
          <a:p>
            <a:pPr/>
            <a:r>
              <a:t>Trust → cryptographic verification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SBOM: What is present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Components per release</a:t>
            </a:r>
          </a:p>
          <a:p>
            <a:pPr/>
            <a:r>
              <a:t>Machine-readable inventory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VEX: What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Is it exploitable?</a:t>
            </a:r>
          </a:p>
          <a:p>
            <a:pPr/>
            <a:r>
              <a:t>Mitigated or not affected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TEA: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API-driven access</a:t>
            </a:r>
          </a:p>
          <a:p>
            <a:pPr/>
            <a:r>
              <a:t>Continuous ingestion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 Trust: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Signed collections</a:t>
            </a:r>
          </a:p>
          <a:p>
            <a:pPr/>
            <a:r>
              <a:t>Timestamps</a:t>
            </a:r>
          </a:p>
          <a:p>
            <a:pPr/>
            <a:r>
              <a:t>Transparency logs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Before: Log4Shell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Patch everything</a:t>
            </a:r>
          </a:p>
          <a:p>
            <a:pPr/>
            <a:r>
              <a:t>No clarity</a:t>
            </a:r>
          </a:p>
          <a:p>
            <a:pPr/>
            <a:r>
              <a:t>High cost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After: With TEA + VEX +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Exact affected releases</a:t>
            </a:r>
          </a:p>
          <a:p>
            <a:pPr/>
            <a:r>
              <a:t>Only actionable vulnerabilities</a:t>
            </a:r>
          </a:p>
          <a:p>
            <a:pPr/>
            <a:r>
              <a:t>Automated decisions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Tool Vendors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Verification engine</a:t>
            </a:r>
          </a:p>
          <a:p>
            <a:pPr/>
            <a:r>
              <a:t>Policy-driven ingestion</a:t>
            </a:r>
          </a:p>
          <a:p>
            <a:pPr/>
            <a:r>
              <a:t>Trust-aware analytics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Trusted inputs</a:t>
            </a:r>
          </a:p>
          <a:p>
            <a:pPr/>
            <a:r>
              <a:t>Reduced false positives</a:t>
            </a:r>
          </a:p>
          <a:p>
            <a:pPr/>
            <a:r>
              <a:t>Audit-ready evidence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Don’t just ingest data</a:t>
            </a:r>
          </a:p>
          <a:p>
            <a:pPr/>
            <a:r>
              <a:t>Prove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