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Trust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trust for transparency artifacts</a:t>
            </a:r>
          </a:p>
          <a:p>
            <a:r>
              <a:t>SBOMs, attestations, VEX — but verifiable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Transparency ≠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signed it?</a:t>
            </a:r>
          </a:p>
          <a:p>
            <a:r>
              <a:t>Can I trust it in 10 years?</a:t>
            </a:r>
          </a:p>
          <a:p>
            <a:r>
              <a:t>What if the vendor disappears?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CRA Changes the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Long-term availability</a:t>
            </a:r>
          </a:p>
          <a:p>
            <a:r>
              <a:t>Verifiability</a:t>
            </a:r>
          </a:p>
          <a:p>
            <a:r>
              <a:t>Lifecycle responsibility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TEA Provides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API for SBOMs, attestations, metadata</a:t>
            </a:r>
          </a:p>
          <a:p>
            <a:r>
              <a:t>Structured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TEA Does NOT Provide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model</a:t>
            </a:r>
          </a:p>
          <a:p>
            <a:r>
              <a:t>Trust anchors</a:t>
            </a:r>
          </a:p>
          <a:p>
            <a:r>
              <a:t>Validation rules</a:t>
            </a:r>
          </a:p>
          <a:p>
            <a:r>
              <a:t>Long-term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Architecture Overlay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Adds discovery protection</a:t>
            </a:r>
          </a:p>
          <a:p>
            <a:r>
              <a:t>Explicit trust models</a:t>
            </a:r>
          </a:p>
          <a:p>
            <a:r>
              <a:t>Validation rules</a:t>
            </a:r>
          </a:p>
          <a:p>
            <a:r>
              <a:t>Long-term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Manufacturer → Discovery → API → Collection →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Explicit</a:t>
            </a:r>
          </a:p>
          <a:p>
            <a:r>
              <a:t>No guessing</a:t>
            </a:r>
          </a:p>
          <a:p>
            <a:r>
              <a:t>Short-lived secrets</a:t>
            </a:r>
          </a:p>
          <a:p>
            <a:r>
              <a:t>Long-term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 /.well-known/tea</a:t>
            </a:r>
          </a:p>
          <a:p>
            <a:r>
              <a:t>Bootstrap trust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with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+ timestamped</a:t>
            </a:r>
          </a:p>
          <a:p>
            <a:r>
              <a:t>Trust model declared</a:t>
            </a:r>
          </a:p>
          <a:p>
            <a:r>
              <a:t>Endpoint roles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WebPKI</a:t>
            </a:r>
          </a:p>
          <a:p>
            <a:r>
              <a:t>TEA-native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WebPKI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CA validation</a:t>
            </a:r>
          </a:p>
          <a:p>
            <a:r>
              <a:t>Simple</a:t>
            </a:r>
          </a:p>
          <a:p>
            <a:r>
              <a:t>Enterprise-ready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TEA-native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Short-lived certs</a:t>
            </a:r>
          </a:p>
          <a:p>
            <a:r>
              <a:t>DNS publication</a:t>
            </a:r>
          </a:p>
          <a:p>
            <a:r>
              <a:t>Timestamp + transparency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Anchors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Certificate</a:t>
            </a:r>
          </a:p>
          <a:p>
            <a:r>
              <a:t>Timestamp</a:t>
            </a:r>
          </a:p>
          <a:p>
            <a:r>
              <a:t>DNS</a:t>
            </a:r>
          </a:p>
          <a:p>
            <a:r>
              <a:t>Transparency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Anchoring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&lt;fingerprint&gt;.teatrust.example</a:t>
            </a:r>
          </a:p>
          <a:p>
            <a:r>
              <a:t>Global, resilient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key = identity</a:t>
            </a:r>
          </a:p>
          <a:p>
            <a:r>
              <a:t>Certificate = wrapper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manufacturer SAN</a:t>
            </a:r>
          </a:p>
          <a:p>
            <a:r>
              <a:t>Optional persistence SAN</a:t>
            </a:r>
          </a:p>
          <a:p>
            <a:r>
              <a:t>Fingerprint-derived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bankruptcy, acquisition, shutdown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&amp;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Timestamp required</a:t>
            </a:r>
          </a:p>
          <a:p>
            <a:r>
              <a:t>Transparency recommended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→ Verify → Fetch → Validate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TEA-native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SAN check</a:t>
            </a:r>
          </a:p>
          <a:p>
            <a:r>
              <a:t>DNS match</a:t>
            </a:r>
          </a:p>
          <a:p>
            <a:r>
              <a:t>Timestamp</a:t>
            </a:r>
          </a:p>
          <a:p>
            <a:r>
              <a:t>Transparency</a:t>
            </a:r>
          </a:p>
          <a:p>
            <a:r>
              <a:t>Signature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Short-lived certs</a:t>
            </a:r>
          </a:p>
          <a:p>
            <a:r>
              <a:t>No revocation</a:t>
            </a:r>
          </a:p>
          <a:p>
            <a:r>
              <a:t>Rotate via DNS + new releases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Short-lived keys → long-term trust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Timestamp + transparency + DNS continuity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verifiable transparency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